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Merriweath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Merriweather-italic.fntdata"/><Relationship Id="rId12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